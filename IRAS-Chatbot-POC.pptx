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95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7252"/>
            <a:ext cx="12192000" cy="68580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 dirty="0"/>
          </a:p>
        </p:txBody>
      </p:sp>
      <p:sp>
        <p:nvSpPr>
          <p:cNvPr id="3" name="Shape 1"/>
          <p:cNvSpPr/>
          <p:nvPr/>
        </p:nvSpPr>
        <p:spPr>
          <a:xfrm>
            <a:off x="0" y="3291840"/>
            <a:ext cx="12192000" cy="109728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IRAS WhatsApp Tax Chatbot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4486" y="1993392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chatbot that answers Singapore taxpayer queries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B0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 IRAS website content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😓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4813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Taxpayers struggle to find quick answers on the IRAS website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23042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IRAS hotline gets flooded with repetitive, simple questions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0080" y="31089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3127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has hundreds of pages — hard to navigate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3840480"/>
            <a:ext cx="10972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⏱️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80160" y="395020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want instant answers, not long searches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WhatsApp chatbot that reads IRAS documents and answers tax questions — instantly.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74320" y="1920240"/>
            <a:ext cx="2011680" cy="1463040"/>
          </a:xfrm>
          <a:prstGeom prst="rect">
            <a:avLst/>
          </a:prstGeom>
          <a:solidFill>
            <a:srgbClr val="3B82F6"/>
          </a:solidFill>
          <a:ln/>
          <a:effectLst>
            <a:outerShdw blurRad="63500" dist="25400" dir="27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27432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reads all IRAS web pages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8600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514600" y="1920240"/>
            <a:ext cx="2011680" cy="1463040"/>
          </a:xfrm>
          <a:prstGeom prst="rect">
            <a:avLst/>
          </a:prstGeom>
          <a:solidFill>
            <a:srgbClr val="8B5CF6"/>
          </a:solidFill>
          <a:ln/>
          <a:effectLst>
            <a:outerShdw blurRad="63500" dist="25400" dir="27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251460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51460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content into searchable AI vectors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2628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754880" y="1920240"/>
            <a:ext cx="2011680" cy="1463040"/>
          </a:xfrm>
          <a:prstGeom prst="rect">
            <a:avLst/>
          </a:prstGeom>
          <a:solidFill>
            <a:srgbClr val="10B981"/>
          </a:solidFill>
          <a:ln/>
          <a:effectLst>
            <a:outerShdw blurRad="63500" dist="25400" dir="27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475488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 a WhatsApp message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6656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95160" y="1920240"/>
            <a:ext cx="2011680" cy="1463040"/>
          </a:xfrm>
          <a:prstGeom prst="rect">
            <a:avLst/>
          </a:prstGeom>
          <a:solidFill>
            <a:srgbClr val="F59E0B"/>
          </a:solidFill>
          <a:ln/>
          <a:effectLst>
            <a:outerShdw blurRad="63500" dist="25400" dir="27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699516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99516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99516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finds the most relevant IRAS content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900684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235440" y="1920240"/>
            <a:ext cx="2011680" cy="1463040"/>
          </a:xfrm>
          <a:prstGeom prst="rect">
            <a:avLst/>
          </a:prstGeom>
          <a:solidFill>
            <a:srgbClr val="EF4444"/>
          </a:solidFill>
          <a:ln/>
          <a:effectLst>
            <a:outerShdw blurRad="63500" dist="25400" dir="2700000" algn="bl" rotWithShape="0">
              <a:srgbClr val="BBBBBB">
                <a:alpha val="4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9235440" y="196596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35440" y="24231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235440" y="27889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 generates a clear answer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 — 5 Tools, 1 Bot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5661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3566160" cy="914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Firecrawl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1148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Scraper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all IRAS web pages automatically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69080" y="1371600"/>
            <a:ext cx="35661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10"/>
          <p:cNvSpPr/>
          <p:nvPr/>
        </p:nvSpPr>
        <p:spPr>
          <a:xfrm>
            <a:off x="4069080" y="1371600"/>
            <a:ext cx="3566160" cy="9144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420624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Voyage 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20624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 Engine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searchable numbers (vectors)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863840" y="1371600"/>
            <a:ext cx="35661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5"/>
          <p:cNvSpPr/>
          <p:nvPr/>
        </p:nvSpPr>
        <p:spPr>
          <a:xfrm>
            <a:off x="7863840" y="1371600"/>
            <a:ext cx="3566160" cy="91440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8001000" y="15087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Claude AI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001000" y="184708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Brain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00100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human-like answers using Anthropic API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2834640"/>
            <a:ext cx="35661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274320" y="2834640"/>
            <a:ext cx="3566160" cy="91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41148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Twilio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11480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Gateway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1148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and receives WhatsApp messages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069080" y="2834640"/>
            <a:ext cx="356616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4069080" y="2834640"/>
            <a:ext cx="3566160" cy="914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420624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Railway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206240" y="331012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Hosting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54787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chatbot running 24/7 in the cloud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Firecrawl — Web Scraper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visits every page on the IRAS website and extracts clean, readable text — even pages that require JavaScript to load.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914400" y="23317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Crawls 100+ IRAS web pages automatically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914400" y="2926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clean text (removes menus, ads, footers)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52044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914400" y="3520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JavaScript-rendered pages that normal scrapers miss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914400" y="41148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content as structured files for AI processing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0" y="1188720"/>
            <a:ext cx="3474720" cy="2926080"/>
          </a:xfrm>
          <a:prstGeom prst="rect">
            <a:avLst/>
          </a:prstGeom>
          <a:solidFill>
            <a:srgbClr val="FEF2F2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8229600" y="128016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Firecrawl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Firecrawl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21040" y="1920240"/>
            <a:ext cx="3291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Manual copy-paste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Misses JS content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Hours of work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Fully automated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Complete content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Done in minutes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Voyage AI — Smart Search Engine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text into numbers (called vectors/embeddings) that capture meaning — so the chatbot can find the most relevant IRAS content for any question.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3200400" cy="164592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asks: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I register for GST?"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2286000"/>
            <a:ext cx="3200400" cy="164592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4480560" y="2377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Voyage AI converts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question + documents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numbers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68096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5CF6"/>
                </a:solidFill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321040" y="2286000"/>
            <a:ext cx="3200400" cy="1645920"/>
          </a:xfrm>
          <a:prstGeom prst="rect">
            <a:avLst/>
          </a:prstGeom>
          <a:solidFill>
            <a:srgbClr val="EDE9F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top 5 most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IRAS pages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meaning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Uses finance-tuned model (voyage-finance-2) — specially trained on tax &amp; financial documents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Claude AI (Anthropic) — The Brain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relevant IRAS content found by Voyage AI and crafts a clear, accurate, human-friendly answer — just like a knowledgeable tax advisor.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11430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594360" y="2404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used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0" y="2404872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claude-sonnet-4-6 — Anthropic's latest, fast and accurate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953512"/>
            <a:ext cx="11430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94360" y="3026664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3026664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the last 3 messages in the conversation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75304"/>
            <a:ext cx="1143000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594360" y="3648456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648456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answers based on actual IRAS documents — no hallucination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4197096"/>
            <a:ext cx="11430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594360" y="42702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replies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0" y="4270248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answers short and suitable for WhatsApp (≤1500 chars)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Twilio — WhatsApp Gateway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our chatbot to WhatsApp. When a user sends a message, Twilio receives it and forwards it to our app — and sends the reply back.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message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926080" y="2377440"/>
            <a:ext cx="2377440" cy="11887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receives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forwards to app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486400" y="2377440"/>
            <a:ext cx="237744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548640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processes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generates answer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863840" y="27889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9E0B"/>
                </a:solidFill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46720" y="2377440"/>
            <a:ext cx="2377440" cy="1188720"/>
          </a:xfrm>
          <a:prstGeom prst="rect">
            <a:avLst/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8046720" y="23774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sends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to user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solidFill>
            <a:srgbClr val="FEF9C3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WhatsApp Number for POC:  +1 415 523 8886  (Twilio Sandbox)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Railway — Cloud Hosting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our chatbot in the cloud so it's accessible 24/7 — no laptop needs to stay 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68580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Always online — no need to keep your laptop running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68580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Auto-deploys when we update the code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68580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Provides a public URL that Twilio can reach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77640"/>
            <a:ext cx="6858000" cy="475488"/>
          </a:xfrm>
          <a:prstGeom prst="rect">
            <a:avLst/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3"/>
          <p:cNvSpPr/>
          <p:nvPr/>
        </p:nvSpPr>
        <p:spPr>
          <a:xfrm>
            <a:off x="640080" y="402336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Free tier covers POC usage (~$5/month credit)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657600" cy="219456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80467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38160" y="246888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grand-tenderness-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production-39f7.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up.railway.app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All Works Together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74320" y="1188720"/>
            <a:ext cx="2194560" cy="365760"/>
          </a:xfrm>
          <a:prstGeom prst="rect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274320" y="16002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Firecrawl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scrapes IRAS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154680" y="16002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154680" y="16002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 Text split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 chunks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035040" y="16002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6035040" y="16002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Voyage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vectors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(embeddings)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595360" y="19659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915400" y="16002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B728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8915400" y="16002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Saved to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vectors.json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(163 chunks)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2788920"/>
            <a:ext cx="2194560" cy="365760"/>
          </a:xfrm>
          <a:prstGeom prst="rect">
            <a:avLst/>
          </a:prstGeom>
          <a:solidFill>
            <a:srgbClr val="1B3A6B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2004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27432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User sends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3464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3154680" y="32004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315468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Voyage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embeds the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035040" y="32004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603504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Top 5 relevant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IRAS chunks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9536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915400" y="3200400"/>
            <a:ext cx="25603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891540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Claude AI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1658600" y="35661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6B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11795760" y="3200400"/>
            <a:ext cx="2560320" cy="1005840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11795760" y="320040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Reply sent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6F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" name="Shape 2"/>
          <p:cNvSpPr/>
          <p:nvPr/>
        </p:nvSpPr>
        <p:spPr>
          <a:xfrm>
            <a:off x="0" y="1005840"/>
            <a:ext cx="12192000" cy="73152"/>
          </a:xfrm>
          <a:prstGeom prst="rect">
            <a:avLst/>
          </a:prstGeom>
          <a:solidFill>
            <a:srgbClr val="E8A020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" name="Text 3"/>
          <p:cNvSpPr/>
          <p:nvPr/>
        </p:nvSpPr>
        <p:spPr>
          <a:xfrm>
            <a:off x="365760" y="1371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— What We Built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91440" cy="566928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Firecrawl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651760" y="141732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100+ IRAS pages automatically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1984248"/>
            <a:ext cx="11155680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9"/>
          <p:cNvSpPr/>
          <p:nvPr/>
        </p:nvSpPr>
        <p:spPr>
          <a:xfrm>
            <a:off x="365760" y="1984248"/>
            <a:ext cx="91440" cy="566928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548640" y="20756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Voyage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651760" y="2075688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163 searchable AI vectors from IRAS content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2642616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Shape 13"/>
          <p:cNvSpPr/>
          <p:nvPr/>
        </p:nvSpPr>
        <p:spPr>
          <a:xfrm>
            <a:off x="365760" y="2642616"/>
            <a:ext cx="91440" cy="56692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548640" y="273405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Claude AI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651760" y="2734056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accurate, grounded answers via claude-sonnet-4-6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300984"/>
            <a:ext cx="11155680" cy="566928"/>
          </a:xfrm>
          <a:prstGeom prst="rect">
            <a:avLst/>
          </a:prstGeom>
          <a:solidFill>
            <a:srgbClr val="F4F6FA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7"/>
          <p:cNvSpPr/>
          <p:nvPr/>
        </p:nvSpPr>
        <p:spPr>
          <a:xfrm>
            <a:off x="365760" y="3300984"/>
            <a:ext cx="91440" cy="56692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548640" y="33924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Twilio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651760" y="3392424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chatbot to WhatsApp sandbox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959352"/>
            <a:ext cx="11155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365760" y="3959352"/>
            <a:ext cx="91440" cy="56692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4" name="Text 22"/>
          <p:cNvSpPr/>
          <p:nvPr/>
        </p:nvSpPr>
        <p:spPr>
          <a:xfrm>
            <a:off x="548640" y="40507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Railway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651760" y="4050792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bot 24/7 with a public URL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65760" y="4709160"/>
            <a:ext cx="11155680" cy="457200"/>
          </a:xfrm>
          <a:prstGeom prst="rect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27" name="Text 25"/>
          <p:cNvSpPr/>
          <p:nvPr/>
        </p:nvSpPr>
        <p:spPr>
          <a:xfrm>
            <a:off x="365760" y="470916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Status: ✅ Live at  grand-tenderness-production-39f7.up.railway.app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745</Words>
  <Application>Microsoft Office PowerPoint</Application>
  <PresentationFormat>Widescreen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Nagarajan Ajith  (NCS)</cp:lastModifiedBy>
  <cp:revision>2</cp:revision>
  <dcterms:created xsi:type="dcterms:W3CDTF">2026-05-28T02:06:40Z</dcterms:created>
  <dcterms:modified xsi:type="dcterms:W3CDTF">2026-05-28T04:18:21Z</dcterms:modified>
</cp:coreProperties>
</file>